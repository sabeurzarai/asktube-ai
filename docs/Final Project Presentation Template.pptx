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b29caa0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0b29caa0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b29caa05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b29caa05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b29caa05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b29caa05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b29caa05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b29caa05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b29caa0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b29caa0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b29caa0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b29caa0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2204f8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2204f8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b29caa0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b29caa0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30901" y="781525"/>
            <a:ext cx="7882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	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563800" y="4494625"/>
            <a:ext cx="4016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 minutes + 2 for the demo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 + Overview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in here an overview of what you did and why that is awesome!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had to sell your project, how would you pitch 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Architecture of your </a:t>
            </a:r>
            <a:r>
              <a:rPr lang="en"/>
              <a:t>solution</a:t>
            </a:r>
            <a:r>
              <a:rPr lang="en"/>
              <a:t> (Agents, LLMs, RAGs…)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Describe how they work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Include a diagram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deployed, explain it here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Summary (1-2 slides)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you get your data from (Youtube, Web, Books…)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you retrieve it (libraries, web scraping…)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Preprocessing? If relevant, a chart that shows the impact of the preprocessing on the metrics go here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store it in the Vector DB: data, metadata…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 Agent (1-2 slides)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your Q&amp;A Agent in detail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PromptTemplate</a:t>
            </a:r>
            <a:endParaRPr b="1"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Anything else you used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(1-2 slides)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your tools, including: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Vector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Google/Web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TTS - STT (Audio)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your evaluation process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Tools 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Improvement (either measurable or perceived)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Anything else you did to improve the quality of your Q&amp;A agent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Wrap up the presentation with a cool slide, it can be a screenshot of your bot, something nice you did with it, whatever.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 of your chatbot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can run it locally (from your computer) or from a deployed site (Gradio, 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Pre-write your script (Qs) in Notepad and copy-paste it into the chatbot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Have images or videos of test runs as backups in case the demo crashes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</a:t>
            </a:r>
            <a:r>
              <a:rPr lang="en"/>
              <a:t>It is ok to shorten the waiting times on your video)</a:t>
            </a:r>
            <a:endParaRPr/>
          </a:p>
        </p:txBody>
      </p:sp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(2 minutes max)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