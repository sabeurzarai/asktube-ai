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6F8FF"/>
                </a:solidFill>
                <a:latin typeface="Aptos"/>
              </a:rPr>
              <a:t>AskTube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Chat with YouTube videos through transcript-grounded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619963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Aptos"/>
              </a:rPr>
              <a:t>Final Project | Sabeur Zarai | IronHack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914400"/>
            <a:ext cx="4023360" cy="438912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22D3EE"/>
                </a:solidFill>
                <a:latin typeface="Aptos"/>
              </a:rPr>
              <a:t>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97510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EC4899"/>
                </a:solidFill>
                <a:latin typeface="Aptos"/>
              </a:rPr>
              <a:t>TRANSCRIPT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51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spc="250">
                <a:solidFill>
                  <a:srgbClr val="F6F8FF"/>
                </a:solidFill>
                <a:latin typeface="Aptos"/>
              </a:rPr>
              <a:t>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34D399"/>
                </a:solidFill>
                <a:latin typeface="Aptos"/>
              </a:rPr>
              <a:t>CITATIONS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35240" y="4069080"/>
            <a:ext cx="31546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4315968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Netflix-inspired UI + FastAPI + LangChain + ChromaDB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01 / PRODUCT IDEA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051560"/>
            <a:ext cx="7863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YouTube is huge. Learning from long videos is slow.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28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D3EE"/>
                </a:solidFill>
                <a:latin typeface="Aptos"/>
              </a:rPr>
              <a:t>AskTube AI turns a video into a searchable, conversational knowledge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43200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743200"/>
            <a:ext cx="73152" cy="1737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907792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USER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24612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 a topic, choose a video, let the app process the transcript, then ask questions with source timestamps.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743200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2743200"/>
            <a:ext cx="73152" cy="1737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2907792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TRUST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24612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assistant answers from transcript evidence only. If the transcript cannot answer, it refuses instead of inventing.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743200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62672" y="2743200"/>
            <a:ext cx="73152" cy="1737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907792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24612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Learners can skip guessing where information lives and jump straight to the exact moment in the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02 / USER JOURNEY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914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From search to cited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1" y="2084832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Text or voice search through YouTube Data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36392" y="2084832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Choose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Netflix-style carousel with selected video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68112" y="2084832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869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Process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Transcript, chunks, embeddings, vector storage.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99831" y="2084832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0415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19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RAG answer with citations and memory.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2491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5663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8835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48006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Aptos"/>
              </a:rPr>
              <a:t>The UI is intentionally cinematic: dark mode, glass surfaces, smooth transitions, a 3D assistant, and graceful loading/error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03 / 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Three layers, one learning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2057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Next.js 14, TypeScript, TailwindCSS, shadcn/ui, Framer Motion, Embla, Three.js, React Three Fiber.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874519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FastAPI async routes for search, transcripts, chunks, vectorstore, chat, agent, speech, and evaluations.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1874519"/>
            <a:ext cx="73152" cy="2057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AI +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LangChain tools and agent, OpenAI models, ChromaDB vector storage, LangSmith tracing, Whisper fallback.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40480" y="2880360"/>
            <a:ext cx="64008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80960" y="2880360"/>
            <a:ext cx="6400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489204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4A3B8"/>
                </a:solidFill>
                <a:latin typeface="Aptos"/>
              </a:rPr>
              <a:t>Docker Compose runs frontend, backend, and ChromaDB together for local development and deployment testing.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04 / INGESTION PIPELINE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 YouTube video becomes retrieval-ready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YouTube Data API retrieves metadata, thumbnails, duration, and channel information.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youtube-transcript-api is the primary source for public captions and timestamps.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Whisper is used only as a fallback when captions are unavailable.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LangChain chunking keeps timestamp metadata attached to every chunk.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OpenAI embeddings are stored in ChromaDB for similarity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691640"/>
            <a:ext cx="347472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2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50">
                <a:solidFill>
                  <a:srgbClr val="FBBF24"/>
                </a:solidFill>
                <a:latin typeface="Aptos"/>
              </a:rPr>
              <a:t>STATUS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146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6F8FF"/>
                </a:solidFill>
                <a:latin typeface="Aptos"/>
              </a:rPr>
              <a:t>metadata
transcript
chunking
embeddings
vector_storage
ready /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634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The processing screen reflects backend progress, not only decoration.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05 / LANGCHAIN AGENT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chatbot uses tools, not just a single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00200"/>
            <a:ext cx="9875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Aptos"/>
              </a:rPr>
              <a:t>AgentService binds StructuredTool objects to the LLM and returns answer, citations, tool steps, and session_id.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25856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search_youtube_videos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59" y="214884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225856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extract_transcript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80720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91693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chunk_transcript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59" y="280720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291693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store_video_vectors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6557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57530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ingest_video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59" y="346557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57530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retrieve_context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123944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33672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answer_question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148840"/>
            <a:ext cx="352044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2148840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53528" y="23134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8" y="265176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final answer must use answer_question, stay transcript-only, and include timestamp citations. Off-topic questions should be refused.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4434840"/>
            <a:ext cx="3520440" cy="10515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360" y="4434840"/>
            <a:ext cx="73152" cy="10515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3528" y="4599431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3528" y="4937759"/>
            <a:ext cx="3200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ConversationMemoryService keeps session-based history so follow-up questions remain coherent.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06 / RAG ANSWERING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Answers are grounded in transcript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" y="2176272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2585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1945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7004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ChromaDB returns top transcript chunks.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01168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0712" y="2176272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22585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1945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67004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Prompt receives context, memory, and rules.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201168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879592" y="2176272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22585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21945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267004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GPT-4o-mini writes the answer.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01168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48471" y="2176272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5" y="22585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21945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267004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Timestamp chips point to source moments.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971800" y="267004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40680" y="267004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9560" y="267004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68680" y="48006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Aptos"/>
              </a:rPr>
              <a:t>If the transcript does not contain the answer, the system says it cannot answer from the video. This is the main anti-hallucination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07 / VOICE + CINEMATIC UX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6F8FF"/>
                </a:solidFill>
                <a:latin typeface="Aptos"/>
              </a:rPr>
              <a:t>The interface feels like a learning product, not a backend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1828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08483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VOICE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423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Browser Web Speech API captures live dictation with waveform feedback. If it fails, MediaRecorder sends audio to /api/speech/transcribe.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92024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920240"/>
            <a:ext cx="73152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08483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8B5CF6"/>
                </a:solidFill>
                <a:latin typeface="Aptos"/>
              </a:rPr>
              <a:t>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423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A floating 3D robot moves through the journey, speaks short guidance, and opens a compact transcript-grounded chat.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92024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920240"/>
            <a:ext cx="73152" cy="1828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208483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ACCESSIBILITY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423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Semantic labels, visible focus states, reduced-motion handling, screen-reader status messages, and touch-friendly layouts.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006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Aptos"/>
              </a:rPr>
              <a:t>Extra polish: loading skeletons, retry states, TTS answer playback, responsive stacking, and collapsible evidence panels.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08 / TESTING + EVALUATION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project is testable, explainable, and demo-ready.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D3EE"/>
                </a:solidFill>
                <a:latin typeface="Aptos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PYTEST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9659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C4899"/>
                </a:solidFill>
                <a:latin typeface="Apto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RAG EVAL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659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4D399"/>
                </a:solidFill>
                <a:latin typeface="Apto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BEHAVIORAL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9659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BBF24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DOCKER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Coverage includes routes, services, tools, WebSocket ingest, speech transcription, and RAG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Evaluation cases test answerable questions, refusals, citation accuracy, summaries, memory, and hallucination prevention.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LangSmith tracing can inspect latency, context, answer quality, and chain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09 / LIVE DEMO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Demo path: search, prepare, ask, verify.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5577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Open localhost:3000 and search: python tutorial for beginners.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Pick a video and click Prepare to show real ingestion progress.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Ask: What is Python used for?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Show timestamp citations and the tool breadcrumb.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Ask a follow-up to demonstrate memory.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Ask an unrelated question to show refusal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Use mic input and Read aloud if time allows.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874519"/>
            <a:ext cx="356616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2" y="21762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50">
                <a:solidFill>
                  <a:srgbClr val="EC4899"/>
                </a:solidFill>
                <a:latin typeface="Aptos"/>
              </a:rPr>
              <a:t>WHAT TO EMPHASIZE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274320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6F8FF"/>
                </a:solidFill>
                <a:latin typeface="Aptos"/>
              </a:rPr>
              <a:t>This is not a generic chatbot. It is a transcript-grounded learning workflow with tools, memory, vector search, citations, and a polished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44805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Aptos"/>
              </a:rPr>
              <a:t>Keep the demo focused on trust: every answer links back to the video.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9875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6F8FF"/>
                </a:solidFill>
                <a:latin typeface="Aptos"/>
              </a:rPr>
              <a:t>AskTube AI makes YouTube learnable by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Search videos. Build transcript knowledge. Ask questions. Verify with timestamps.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749039"/>
            <a:ext cx="3474720" cy="12344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749039"/>
            <a:ext cx="73152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913631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MANDATORY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251959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LLM chatbot, tools, memory, vector database, text processing, UI, tests, evaluation, and Docker deployment are covered.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749039"/>
            <a:ext cx="3474720" cy="12344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3749039"/>
            <a:ext cx="73152" cy="1234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913631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OPTIONAL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251959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Voice input, Whisper fallback, WebSocket streaming, TTS, 3D assistant, and LangSmith tracing are included.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749039"/>
            <a:ext cx="3108960" cy="12344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3749039"/>
            <a:ext cx="73152" cy="1234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3913631"/>
            <a:ext cx="2788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NEXT IMPROVEMENTS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4251959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Persistent memory, streaming agent responses, user accounts, multi-video comparison, and hosted deployment.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447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4A3B8"/>
                </a:solidFill>
                <a:latin typeface="Aptos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