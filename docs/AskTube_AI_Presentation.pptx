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814" autoAdjust="0"/>
  </p:normalViewPr>
  <p:slideViewPr>
    <p:cSldViewPr snapToGrid="0" snapToObjects="1">
      <p:cViewPr varScale="1">
        <p:scale>
          <a:sx n="87" d="100"/>
          <a:sy n="87" d="100"/>
        </p:scale>
        <p:origin x="1476" y="-1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214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AskTube AI is my final project.</a:t>
            </a:r>
          </a:p>
          <a:p>
            <a:endParaRPr/>
          </a:p>
          <a:p>
            <a:r>
              <a:t>The idea is simple: the user searches for a YouTube video, the app processes the transcript, and then the user can chat with the video content.</a:t>
            </a:r>
          </a:p>
          <a:p>
            <a:endParaRPr/>
          </a:p>
          <a:p>
            <a:r>
              <a:t>The answers are not generic AI answers — they are grounded in the transcript and include timestamp citations, so the user can verify exactly where the answer came from.</a:t>
            </a:r>
          </a:p>
          <a:p>
            <a:endParaRPr/>
          </a:p>
          <a:p>
            <a:r>
              <a:t>KEY MESSAGE: This is a learning assistant for YouTube videos, not just a normal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[45 sec] The problem I wanted to solve is that YouTube has a lot of good learning content, but long videos are difficult to search inside.</a:t>
            </a:r>
          </a:p>
          <a:p>
            <a:endParaRPr/>
          </a:p>
          <a:p>
            <a:r>
              <a:t>AskTube AI turns the video transcript into a searchable knowledge base. The user searches, chooses a video, the backend processes the transcript, and then the user can ask questions.</a:t>
            </a:r>
          </a:p>
          <a:p>
            <a:endParaRPr/>
          </a:p>
          <a:p>
            <a:r>
              <a:t>The trust rule is very important: if the transcript does not contain the answer, the assistant refuses instead of inventing.</a:t>
            </a:r>
          </a:p>
          <a:p>
            <a:endParaRPr/>
          </a:p>
          <a:p>
            <a:r>
              <a:t>KEY MESSAGE: The value is speed plus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The user journey has four steps.</a:t>
            </a:r>
          </a:p>
          <a:p>
            <a:endParaRPr/>
          </a:p>
          <a:p>
            <a:r>
              <a:t>1. Search by text or voice.</a:t>
            </a:r>
          </a:p>
          <a:p>
            <a:r>
              <a:t>2. Choose a video from a Netflix-style carousel.</a:t>
            </a:r>
          </a:p>
          <a:p>
            <a:r>
              <a:t>3. The backend extracts the transcript, chunks it, embeds it, and stores it in ChromaDB.</a:t>
            </a:r>
          </a:p>
          <a:p>
            <a:r>
              <a:t>4. The user chats with the video and gets timestamped answers.</a:t>
            </a:r>
          </a:p>
          <a:p>
            <a:endParaRPr/>
          </a:p>
          <a:p>
            <a:r>
              <a:t>I added duration filters, loading states, smooth animations, and a 3D assistant to make the flow feel like a real product.</a:t>
            </a:r>
          </a:p>
          <a:p>
            <a:endParaRPr/>
          </a:p>
          <a:p>
            <a:r>
              <a:t>KEY MESSAGE: The technical pipeline is hidden behind a simple user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The architecture has three main layers.</a:t>
            </a:r>
          </a:p>
          <a:p>
            <a:endParaRPr/>
          </a:p>
          <a:p>
            <a:r>
              <a:t>Frontend: Next.js with TypeScript, Tailwind, Framer Motion, Embla carousel, and Three.js for the 3D assistant.</a:t>
            </a:r>
          </a:p>
          <a:p>
            <a:endParaRPr/>
          </a:p>
          <a:p>
            <a:r>
              <a:t>Backend: FastAPI with routes for search, transcripts, chunking, vector storage, chat, agent chat, speech, and evaluations.</a:t>
            </a:r>
          </a:p>
          <a:p>
            <a:endParaRPr/>
          </a:p>
          <a:p>
            <a:r>
              <a:t>AI and data layer: LangChain, OpenAI models, ChromaDB, Whisper fallback, and optional LangSmith tracing.</a:t>
            </a:r>
          </a:p>
          <a:p>
            <a:endParaRPr/>
          </a:p>
          <a:p>
            <a:r>
              <a:t>Everything runs with Docker Compose. There is also an observability layer: analytics events, RAG metrics, pipeline metrics, Prometheus metrics, and an /analytics dashboard.</a:t>
            </a:r>
          </a:p>
          <a:p>
            <a:endParaRPr/>
          </a:p>
          <a:p>
            <a:r>
              <a:t>KEY MESSAGE: Separated like a production app — UI, API, AI/data pipeline, and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This is the most important backend flow.</a:t>
            </a:r>
          </a:p>
          <a:p>
            <a:endParaRPr/>
          </a:p>
          <a:p>
            <a:r>
              <a:t>When the user selects a video, the backend first gets metadata from the YouTube Data API. Then it tries to get the transcript using youtube-transcript-api — this was also the approach recommended by Carlos.</a:t>
            </a:r>
          </a:p>
          <a:p>
            <a:endParaRPr/>
          </a:p>
          <a:p>
            <a:r>
              <a:t>The transcript is split into chunks. Each chunk keeps timestamp metadata so the answer can cite exact moments later.</a:t>
            </a:r>
          </a:p>
          <a:p>
            <a:endParaRPr/>
          </a:p>
          <a:p>
            <a:r>
              <a:t>Then OpenAI embeddings are generated and stored in ChromaDB. After this step, the video is ready for RAG questions.</a:t>
            </a:r>
          </a:p>
          <a:p>
            <a:endParaRPr/>
          </a:p>
          <a:p>
            <a:r>
              <a:t>Whisper and yt-dlp exist only as a fallback if captions are unavailable. The normal flow does not download full videos.</a:t>
            </a:r>
          </a:p>
          <a:p>
            <a:endParaRPr/>
          </a:p>
          <a:p>
            <a:r>
              <a:t>KEY MESSAGE: Transcript first, audio fallback only when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[55 sec] To match the tool requirement, I implemented a </a:t>
            </a:r>
            <a:r>
              <a:rPr dirty="0" err="1"/>
              <a:t>LangChain</a:t>
            </a:r>
            <a:r>
              <a:rPr dirty="0"/>
              <a:t> tools layer.</a:t>
            </a:r>
          </a:p>
          <a:p>
            <a:endParaRPr dirty="0"/>
          </a:p>
          <a:p>
            <a:r>
              <a:rPr dirty="0"/>
              <a:t>Each tool wraps an existing backend service:</a:t>
            </a:r>
          </a:p>
          <a:p>
            <a:r>
              <a:rPr dirty="0"/>
              <a:t>- </a:t>
            </a:r>
            <a:r>
              <a:rPr dirty="0" err="1"/>
              <a:t>search_youtube_videos</a:t>
            </a:r>
            <a:endParaRPr dirty="0"/>
          </a:p>
          <a:p>
            <a:r>
              <a:rPr dirty="0"/>
              <a:t>- </a:t>
            </a:r>
            <a:r>
              <a:rPr dirty="0" err="1"/>
              <a:t>extract_transcript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chunk_transcript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store_video_vectors</a:t>
            </a:r>
            <a:endParaRPr dirty="0"/>
          </a:p>
          <a:p>
            <a:r>
              <a:rPr dirty="0"/>
              <a:t>- </a:t>
            </a:r>
            <a:r>
              <a:rPr dirty="0" err="1"/>
              <a:t>retrieve_context</a:t>
            </a:r>
            <a:endParaRPr dirty="0"/>
          </a:p>
          <a:p>
            <a:r>
              <a:rPr dirty="0"/>
              <a:t>- </a:t>
            </a:r>
            <a:r>
              <a:rPr dirty="0" err="1"/>
              <a:t>answer_question</a:t>
            </a:r>
            <a:endParaRPr dirty="0"/>
          </a:p>
          <a:p>
            <a:endParaRPr dirty="0"/>
          </a:p>
          <a:p>
            <a:r>
              <a:rPr dirty="0"/>
              <a:t>The </a:t>
            </a:r>
            <a:r>
              <a:rPr dirty="0" err="1"/>
              <a:t>AgentService</a:t>
            </a:r>
            <a:r>
              <a:rPr dirty="0"/>
              <a:t> binds these tools to the LLM. So the system is not just one prompt — it can decide which tool is needed and return the final answer with citations and the session ID.</a:t>
            </a:r>
          </a:p>
          <a:p>
            <a:endParaRPr dirty="0"/>
          </a:p>
          <a:p>
            <a:r>
              <a:rPr dirty="0"/>
              <a:t>There is also memory, so follow-up questions can use the previous conversation.</a:t>
            </a:r>
          </a:p>
          <a:p>
            <a:endParaRPr dirty="0"/>
          </a:p>
          <a:p>
            <a:r>
              <a:rPr dirty="0"/>
              <a:t>KEY MESSAGE: This directly covers the "LLM with tools and memory"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[45 sec] The RAG flow has four steps.</a:t>
            </a:r>
          </a:p>
          <a:p>
            <a:endParaRPr dirty="0"/>
          </a:p>
          <a:p>
            <a:r>
              <a:rPr dirty="0"/>
              <a:t>1. The user question retrieves the most relevant transcript chunks from </a:t>
            </a:r>
            <a:r>
              <a:rPr dirty="0" err="1"/>
              <a:t>ChromaDB</a:t>
            </a:r>
            <a:r>
              <a:rPr dirty="0"/>
              <a:t>.</a:t>
            </a:r>
          </a:p>
          <a:p>
            <a:r>
              <a:rPr dirty="0"/>
              <a:t>2. Those chunks, the memory, and the rules are injected into the prompt.</a:t>
            </a:r>
          </a:p>
          <a:p>
            <a:r>
              <a:rPr dirty="0"/>
              <a:t>3. The model writes the answer only from that context.</a:t>
            </a:r>
          </a:p>
          <a:p>
            <a:r>
              <a:rPr dirty="0"/>
              <a:t>4. The UI shows timestamp citations.</a:t>
            </a:r>
          </a:p>
          <a:p>
            <a:endParaRPr dirty="0"/>
          </a:p>
          <a:p>
            <a:r>
              <a:rPr dirty="0"/>
              <a:t>If the answer is not in the transcript, the assistant says it cannot answer from the video. This is the main anti-hallucination rule.</a:t>
            </a:r>
          </a:p>
          <a:p>
            <a:endParaRPr dirty="0"/>
          </a:p>
          <a:p>
            <a:r>
              <a:rPr dirty="0"/>
              <a:t>KEY MESSAGE: Retrieval controls what the model is allowed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[35 sec] I added optional features to make the project feel more complete.</a:t>
            </a:r>
          </a:p>
          <a:p>
            <a:endParaRPr dirty="0"/>
          </a:p>
          <a:p>
            <a:r>
              <a:rPr dirty="0"/>
              <a:t>Voice search uses the browser Web Speech API first. If that fails, the app records audio and sends it to Whisper for transcription.</a:t>
            </a:r>
          </a:p>
          <a:p>
            <a:endParaRPr dirty="0"/>
          </a:p>
          <a:p>
            <a:r>
              <a:rPr dirty="0"/>
              <a:t>There is also text-to-speech for AI answers, a 3D assistant scene, animated loading states, responsive layouts, and accessibility improvements — labels, focus states, and reduced-motion support.</a:t>
            </a:r>
          </a:p>
          <a:p>
            <a:endParaRPr dirty="0"/>
          </a:p>
          <a:p>
            <a:r>
              <a:rPr dirty="0"/>
              <a:t>KEY MESSAGE: Optional features support the learning experience, but the core is still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I added an analytics and observability system so the app is not only functional, but measurable.</a:t>
            </a:r>
          </a:p>
          <a:p>
            <a:endParaRPr/>
          </a:p>
          <a:p>
            <a:r>
              <a:t>Frontend tracks: searches, video selections, voice search, carousel use, suggested prompts, transcript opens, and timestamp clicks.</a:t>
            </a:r>
          </a:p>
          <a:p>
            <a:endParaRPr/>
          </a:p>
          <a:p>
            <a:r>
              <a:t>Backend tracks RAG metrics: retrieval latency, generation latency, chunks retrieved, token estimates, citation coverage, and hallucination warnings.</a:t>
            </a:r>
          </a:p>
          <a:p>
            <a:endParaRPr/>
          </a:p>
          <a:p>
            <a:r>
              <a:t>There is a dashboard at /analytics and Prometheus metrics at /metrics.</a:t>
            </a:r>
          </a:p>
          <a:p>
            <a:endParaRPr/>
          </a:p>
          <a:p>
            <a:r>
              <a:t>KEY MESSAGE: The project can explain what users do, how the RAG system behaves, and where the pipeline is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For testing, the backend has 98 pytest tests covering routes, services, tools, WebSocket ingestion, speech transcription, memory, vector storage, and RAG behavior.</a:t>
            </a:r>
          </a:p>
          <a:p>
            <a:endParaRPr/>
          </a:p>
          <a:p>
            <a:r>
              <a:t>I also created a RAG evaluation dataset with 17 cases testing answerable questions, refusals, citation accuracy, summaries, memory, and hallucination prevention.</a:t>
            </a:r>
          </a:p>
          <a:p>
            <a:endParaRPr/>
          </a:p>
          <a:p>
            <a:r>
              <a:t>LangSmith tracing can also be enabled to inspect latency, context, tool calls, and answer quality.</a:t>
            </a:r>
          </a:p>
          <a:p>
            <a:endParaRPr/>
          </a:p>
          <a:p>
            <a:r>
              <a:t>KEY MESSAGE: I did not only build the app — I also tested the AI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For the demo I will show the main flow: search, prepare, ask, and verify.</a:t>
            </a:r>
          </a:p>
          <a:p>
            <a:endParaRPr/>
          </a:p>
          <a:p>
            <a:r>
              <a:t>Steps:</a:t>
            </a:r>
          </a:p>
          <a:p>
            <a:r>
              <a:t>1. Search "python tutorial for beginners" with a duration filter.</a:t>
            </a:r>
          </a:p>
          <a:p>
            <a:r>
              <a:t>2. Pick a video and click Prepare — show the real ingestion progress.</a:t>
            </a:r>
          </a:p>
          <a:p>
            <a:r>
              <a:t>3. Ask: "What is Python used for?" — show timestamp citations.</a:t>
            </a:r>
          </a:p>
          <a:p>
            <a:r>
              <a:t>4. Ask a follow-up to demonstrate memory.</a:t>
            </a:r>
          </a:p>
          <a:p>
            <a:r>
              <a:t>5. Ask an unrelated question to show refusal behavior.</a:t>
            </a:r>
          </a:p>
          <a:p>
            <a:r>
              <a:t>6. Show /analytics and /metrics if time allows.</a:t>
            </a:r>
          </a:p>
          <a:p>
            <a:endParaRPr/>
          </a:p>
          <a:p>
            <a:r>
              <a:t>I can show the EC2 deployment to prove Docker works on a server. For the full transcript/RAG demo, local Docker is more reliable because YouTube blocks transcript requests from cloud IP ranges.</a:t>
            </a:r>
          </a:p>
          <a:p>
            <a:endParaRPr/>
          </a:p>
          <a:p>
            <a:r>
              <a:t>KEY MESSAGE: EC2 proves deployment; local demo proves full transcript ingestion.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To summarize, AskTube AI meets the main project requirements: LLM chatbot, tools, memory, vector database, text processing, UI, tests, evaluation, and deployment.</a:t>
            </a:r>
          </a:p>
          <a:p>
            <a:endParaRPr/>
          </a:p>
          <a:p>
            <a:r>
              <a:t>It also includes optional features: voice input, Whisper fallback, streaming, TTS, 3D assistant, analytics, Prometheus metrics, and LangSmith tracing.</a:t>
            </a:r>
          </a:p>
          <a:p>
            <a:endParaRPr/>
          </a:p>
          <a:p>
            <a:r>
              <a:t>The main future improvements: persistent user accounts, multi-video comparison, HTTPS with a custom domain, and a stronger production transcript proxy.</a:t>
            </a:r>
          </a:p>
          <a:p>
            <a:endParaRPr/>
          </a:p>
          <a:p>
            <a:r>
              <a:t>FINAL LINE: AskTube AI makes YouTube videos learnable by conversation, while keeping the answer grounded in the original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98932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 | Docker + EC2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ptos"/>
              </a:rPr>
              <a:t>Live demo: http://18.157.233.122:3001/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 + analytics + EC2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0337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22D3EE"/>
                </a:solidFill>
                <a:latin typeface="Aptos"/>
              </a:rPr>
              <a:t>AskTube</a:t>
            </a:r>
            <a:r>
              <a:rPr sz="1800" b="0" dirty="0">
                <a:solidFill>
                  <a:srgbClr val="22D3EE"/>
                </a:solidFill>
                <a:latin typeface="Aptos"/>
              </a:rPr>
              <a:t>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75404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75404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62672" y="2875404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1" y="2867029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36392" y="2867029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3697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68112" y="2867029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6869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99831" y="2867029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0415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5065008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The UI is intentionally cinematic: dark mode, glass surfaces, duration filters,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evaluations, and analytics.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analytics DB,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980176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Docker Compose runs frontend, backend, </a:t>
            </a:r>
            <a:r>
              <a:rPr sz="1700" b="0" dirty="0" err="1">
                <a:solidFill>
                  <a:srgbClr val="94A3B8"/>
                </a:solidFill>
                <a:latin typeface="Aptos"/>
              </a:rPr>
              <a:t>ChromaDB</a:t>
            </a:r>
            <a:r>
              <a:rPr sz="1700" b="0" dirty="0">
                <a:solidFill>
                  <a:srgbClr val="94A3B8"/>
                </a:solidFill>
                <a:latin typeface="Aptos"/>
              </a:rPr>
              <a:t>, and analytics storage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6089"/>
            <a:ext cx="6547104" cy="2966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YouTube Data API retrieves metadata, thumbnails, duration, and channel information, then applies the selected length filter.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youtube</a:t>
            </a:r>
            <a:r>
              <a:rPr sz="1700" dirty="0">
                <a:solidFill>
                  <a:srgbClr val="F6F8FF"/>
                </a:solidFill>
                <a:latin typeface="Aptos"/>
              </a:rPr>
              <a:t>-transcript-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api</a:t>
            </a:r>
            <a:r>
              <a:rPr sz="1700" dirty="0">
                <a:solidFill>
                  <a:srgbClr val="F6F8FF"/>
                </a:solidFill>
                <a:latin typeface="Aptos"/>
              </a:rPr>
              <a:t>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Whisper is used only as a fallback when captions are unavailable and the deployment can safely fetch audio.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LangChain</a:t>
            </a:r>
            <a:r>
              <a:rPr sz="1700" dirty="0">
                <a:solidFill>
                  <a:srgbClr val="F6F8FF"/>
                </a:solidFill>
                <a:latin typeface="Aptos"/>
              </a:rPr>
              <a:t>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OpenAI embeddings are stored in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ChromaDB</a:t>
            </a:r>
            <a:r>
              <a:rPr sz="1700" dirty="0">
                <a:solidFill>
                  <a:srgbClr val="F6F8FF"/>
                </a:solidFill>
                <a:latin typeface="Aptos"/>
              </a:rPr>
              <a:t>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52628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74778"/>
            <a:ext cx="9875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94A3B8"/>
                </a:solidFill>
                <a:latin typeface="Aptos"/>
              </a:rPr>
              <a:t>AgentService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binds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StructuredTool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objects to the LLM and returns answer, citations, tool steps, and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session_id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77334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487062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1832" y="2749146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0712" y="2749146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1129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879592" y="2749146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017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from retrieved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48471" y="2749146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905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943821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493117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493117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2493117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43821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ANALYTICS + OBSERVABILITY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platform is measurable, not just usable.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138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Aptos"/>
              </a:rPr>
              <a:t>AskTube tracks product usage, RAG quality, pipeline performance, UX behaviour, and operational health.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920026"/>
            <a:ext cx="73152" cy="16916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PRODUCT +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search_submitted, video_selected, voice_search_completed, suggested_prompt_clicked, timestamp_clicked, 3d_chatbot_interacted.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920026"/>
            <a:ext cx="73152" cy="169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AI /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retrieval latency, generation latency, chunks retrieved, token estimates, citation coverage, hallucination warnings.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920026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35240" y="2920026"/>
            <a:ext cx="73152" cy="1691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36408" y="3084618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FBBF24"/>
                </a:solidFill>
                <a:latin typeface="Aptos"/>
              </a:rPr>
              <a:t>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3422946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transcript time, embedding duration, vector insert/query timing, chunk count, processing duration, Whisper fallback usage.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34D399"/>
                </a:solidFill>
                <a:latin typeface="Aptos"/>
              </a:rPr>
              <a:t>/analytics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Next.js dashboard with overview, AI, pipeline, UX, business metrics, and recent events.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1792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Aptos"/>
              </a:rPr>
              <a:t>/metrics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Prometheus metrics for HTTP latency, RAG, embeddings, vector search, processing, and WebSockets.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1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3796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10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6364224" cy="4578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Live app: http://18.157.233.122:3001/ (EC2 deployment with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Webshare</a:t>
            </a:r>
            <a:r>
              <a:rPr sz="1700" dirty="0">
                <a:solidFill>
                  <a:srgbClr val="F6F8FF"/>
                </a:solidFill>
                <a:latin typeface="Aptos"/>
              </a:rPr>
              <a:t> proxy)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Search with a duration filter, for example: python tutorial for beginners under 10 minutes.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/analytics and /metrics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EC2 health endpoint and explain the YouTube cloud-IP transcript limitation.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8"/>
            <a:ext cx="3566160" cy="423367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analytics,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89093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94A3B8"/>
                </a:solidFill>
                <a:latin typeface="Aptos"/>
              </a:rPr>
              <a:t>Keep the demo focused on trust: every answer links back to the video. EC2 proves deployment; local run proves full transcript access when YouTube blocks cloud 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7347"/>
            <a:ext cx="3474720" cy="1640412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3297347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297346"/>
            <a:ext cx="347472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3297347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analytics,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297346"/>
            <a:ext cx="310896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20" y="3297347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488" y="3461939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800267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Persistent user accounts, multi-video comparison, HTTPS custom domain, and a stronger production transcript proxy.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5758076"/>
            <a:ext cx="274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94A3B8"/>
                </a:solidFill>
                <a:latin typeface="Aptos"/>
              </a:rPr>
              <a:t>Thank you</a:t>
            </a:r>
            <a:r>
              <a:rPr lang="de-DE" sz="4000" b="1" dirty="0">
                <a:solidFill>
                  <a:srgbClr val="94A3B8"/>
                </a:solidFill>
                <a:latin typeface="Aptos"/>
              </a:rPr>
              <a:t>!</a:t>
            </a:r>
            <a:endParaRPr sz="4000" b="1" dirty="0">
              <a:solidFill>
                <a:srgbClr val="94A3B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2572</Words>
  <Application>Microsoft Office PowerPoint</Application>
  <PresentationFormat>Widescreen</PresentationFormat>
  <Paragraphs>254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Z</cp:lastModifiedBy>
  <cp:revision>5</cp:revision>
  <dcterms:created xsi:type="dcterms:W3CDTF">2013-01-27T09:14:16Z</dcterms:created>
  <dcterms:modified xsi:type="dcterms:W3CDTF">2026-05-27T10:28:21Z</dcterms:modified>
  <cp:category/>
</cp:coreProperties>
</file>